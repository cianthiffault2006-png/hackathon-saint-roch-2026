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Signal [COÉQUIPIÈRE] : histoire de Mathieu (Café Le Petit Détour), de Camille Vézina et du Collectif Les Voisins en Scène. Finir par « Personne ne sait que les autres existent. »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</a:t>
            </a:r>
          </a:p>
          <a:p>
            <a:r>
              <a:t>Signal [CIAN] : « Voici Maillage », puis passer au téléphone pour la démo. (1 min 40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les 5 étapes en frise, badge « Démo simulée ».</a:t>
            </a:r>
          </a:p>
          <a:p>
            <a:r>
              <a:t>Signal [CIAN] : à garder à l’écran si l’app plante, puis lancer la vidéo de secours. (peut être sautée si le temps manque)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Vercel (hébergement), GitHub (code), Claude Code comme assistant de développement.</a:t>
            </a:r>
          </a:p>
          <a:p>
            <a:r>
              <a:t>- Données : Données Québec, données ouvertes (licence indiquée dans l’app, à reprendre exactement de chaque jeu de données). Fichiers confidentiels de la Ville : utilisés pour leur structure seulement, remplacés par des lignes fictives dans la démo.</a:t>
            </a:r>
          </a:p>
          <a:p>
            <a:r>
              <a:t>Signal [CIAN] : trois idées seulement : profils cachés tant que non réclamés, fichiers confidentiels non publiés, structure prête pour la Ville.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le test d’IA : « Modèle multilingue dans le navigateur, gratuit, texte sur l’appareil (page /labo/) : 69 s au premier chargement (129 Mo), 13 s ensuite, 0,3 à 0,6 s par phrase. Trouve des profils semblables, pas complémentaires. » À droite : « Phase 2 : l’IA lit la demande libre ».</a:t>
            </a:r>
          </a:p>
          <a:p>
            <a:r>
              <a:t>Signal [COÉQUIPIÈRE] : où est l’IA? Nous l’avons testée; elle trouve du semblable, pas du complémentaire, d’où le moteur de règles. Phase 2 : lire la demande libre. Le coût revient à celui qui déploie. (55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réclamés par leurs propriétaires, vraies notifications.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« Voici comment on le ferait pour de vrai. »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l’adresse de l’app (code QR).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ressources de Saint-Roch sont là, mais les voisins ne se connaissent pas.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Une app mobile qui propose des projets à trois partenaires, sur la carte, avec les raisons.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Ce que la démo montre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Commerçant, besoin, proposition à trois (86 %), Ça m’intéresse, projet confirmé (simulé).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Commerçant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Proposition à trois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Ça m’intéresse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Confirmé (simulé)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Une app web légère, des données ouvertes, des profils protégés.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Vite, React,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OpenFreeMap, OpenStreetMap, Vercel, GitHub,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Données Québec ouvertes, fichiers de la Ville : structure seulement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Chaque suggestion explique pourquoi. L’app suggère, les personnes décident.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: chaque raison est visible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Test d’IA : semblable, pas complémentaire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avec données fictives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Ensuite : pilote avec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 et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