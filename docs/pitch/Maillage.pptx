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Ce qu’on a entendu : une seule vraie citation d’un commerçant rencontré vendredi matin, à écrire sur la diapo avant l’export PDF de 12 h 30. Si on n’a rien de vrai, retirer la carte : ne jamais inventer une citation.</a:t>
            </a:r>
          </a:p>
          <a:p>
            <a:r>
              <a:t>Signal [COÉQUIPIÈRE] : histoire de Mathieu (Café Le Petit Détour), de Camille Vézina et du Collectif Les Voisins en Scène. Finir par « Personne ne sait que les deux autres existent. »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Voyons comment ça marche », puis passer à l’app : coller la phrase « On a un espace libre le jeudi soir et on cherche des artistes pour l’animer », 87 % avec Camille Vézina et le Collectif Les Voisins en Scène, dire la réciprocité, puis « Voir ce que Camille reçoit » et « Accepter ». Si l’app plante : Visite guidée (environ 57 s). (1 min 50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GitHub Pages (hébergement; Vercel en secours), GitHub (code), Claude Code comme assistant de développement.</a:t>
            </a:r>
          </a:p>
          <a:p>
            <a:r>
              <a:t>- Données : Données Québec, données ouvertes de la Ville de Québec et du SIT Québec (CC BY 4.0, attribution dans l’app). Fichiers fournis confidentiels : structure et nombre de lignes seulement, remplacés par des profils fictifs dans la démo. Les nombres sont des totaux de lignes : « les 386 membres du fichier fourni par la SDC », « 614 organismes reconnus à l’échelle de la ville » (jamais « dans Saint-Roch » pour un fichier de toute la ville).</a:t>
            </a:r>
          </a:p>
          <a:p>
            <a:r>
              <a:t>Signal [CIAN] : dire « Maillage part des répertoires qui existent déjà : les 386 membres du fichier fourni par la SDC, et 614 organismes reconnus à l’échelle de la ville. Personne ne commence avec une page blanche. » Puis la Loi 25 : « Pour la Loi 25, le consentement décide. Ces répertoires pré-remplissent les fiches; une fiche devient publique seulement si son responsable la réclame, avec un code envoyé à l’adresse que la SDC ou la Ville a déjà, et consent. Sinon, seule la SDC la voit. La démo montre des fiches fictives, marquées pré-rempli. » Nos règles s’appuient aussi sur le Plan d’action Saint-Roch. (38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 Ce modèle (paraphrase-multilingual-MiniLM) est multilingue. Déjà dans l’app : tolérance aux fautes, aux accents oubliés et à quelques mots d’anglais. Pas d’IA payante aujourd’hui; en phase 2, celui qui déploie la paie.</a:t>
            </a:r>
          </a:p>
          <a:p>
            <a:r>
              <a:t>Signal [COÉQUIPIÈRE] : verdict d’abord : on l’a testée, on a choisi des règles pour que chaque suggestion s’explique. Chiffres du test seulement si le jury demande. (20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activés par leurs propriétaires, vraies notifications, fil de projet sur une table gratuite derrière le même écran, modérée par la SDC.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 : trouver le bon partenaire, se mettre d’accord et passer à l’action. On s’arrête là où d’autres outils existent : 311, 911, financement. » Puis le fil : « Le fil est local aujourd’hui; en pilote, une table gratuite derrière le même écran, modérée par la SDC. » Puis coût : « Le pilote coûte un hébergement gratuit et une personne à temps partiel à la SDC. » (55 s)</a:t>
            </a:r>
          </a:p>
          <a:p>
            <a:r>
              <a:t>Histoire 2 (en direct seulement si le temps le permet, voir script-fr.md, démo étape 6 : Accueil, Proposer un projet, Exemple, Avant de commencer) : Sofia, résidente de la rue Saint-Joseph, corvée le samedi 24 octobre de 13 h à 17 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code QR vers https://cianthiffault2006-png.github.io/hackathon-saint-roch-2026/ (lien officiel, GitHub Pages). Ne pas mettre le lien Vercel : il est figé sur une ancienne version.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a entendu : [À REMPLIR VENDREDI MATIN]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React, Vite, TypeScript, MapLibre, GitHub Pages, Claude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386 membres (fichier fourni par la SDC)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614 organismes reconnus (toute la ville)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Québec, CC BY 4.0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Loi 25 : publique après consentement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testée,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IA phase 2 : toutes les langues, toutes les fautes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simulée, fil local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vraie invitation, fil partagé modéré par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5F4A"/>
                </a:solidFill>
                <a:latin typeface="Calibri"/>
              </a:rPr>
              <a:t>cianthiffault2006-png.github.io/hackathon-saint-roch-2026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