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Signal [COÉQUIPIÈRE] : histoire de Mathieu (Café Le Petit Détour), de Camille Vézina et du Collectif Les Voisins en Scène. Finir par « Personne ne sait que les autres existent. »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Voici Maillage », puis passer au téléphone pour la démo. (1 min 45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les 5 étapes en frise, badge « Démo simulée ».</a:t>
            </a:r>
          </a:p>
          <a:p>
            <a:r>
              <a:t>Signal [CIAN] : à garder à l’écran si l’app plante, puis lancer la vidéo de secours. (peut être sautée si le temps manque)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Vercel (hébergement), GitHub (code), Claude Code comme assistant de développement.</a:t>
            </a:r>
          </a:p>
          <a:p>
            <a:r>
              <a:t>- Données : Données Québec, données ouvertes (licence indiquée dans l’app, à reprendre exactement de chaque jeu de données). Fichiers confidentiels de la Ville : utilisés pour leur structure seulement, remplacés par des lignes fictives dans la démo.</a:t>
            </a:r>
          </a:p>
          <a:p>
            <a:r>
              <a:t>Signal [CIAN] : trois idées seulement : profils cachés tant que non réclamés, fichiers confidentiels non publiés, structure prête pour la Ville. Dire : « La Ville et ses partenaires recensent déjà 614 organismes reconnus, 337 organismes soutenus, 487 entreprises dans Saint-Roch, 386 membres de la SDC, 1 960 installations et 379 événements à venir. Maillage part de ces répertoires : personne ne commence avec une page blanche. » Nos règles s’appuient aussi sur le Plan d’action Saint-Roch.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testé, on a choisi des règles pour que chaque suggestion s’explique. Chiffres du test seulement si le jury demande.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réclamés par leurs propriétaires, vraies notifications.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précis, de bout en bout : trouver le bon partenaire, se mettre d’accord, se coordonner et passer à l’action. On s’arrête là où d’autres outils existent (311, 911, plateformes de financement). » Puis coût : « Hébergement gratuit pour un projet pilote, et une personne à temps partiel à la SDC pour l’accueil et la modération. » Dans la démo aucun message ne part; en pilote, la boucle complète est ce qu’on ajoute. (50 s)</a:t>
            </a:r>
          </a:p>
          <a:p>
            <a:r>
              <a:t>Histoire 2 (visite guidée ou une diapo, pas en direct) : Sofia, résidente de la rue Saint-Joseph,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l’adresse de l’app (code QR).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Ce que la démo montre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Commerçant, besoin, proposition à trois (87 %), Ça m’intéresse, projet confirmé (simulé).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Commerçant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Proposition à trois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Ça m’intéresse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Confirmé (simulé)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Vite, React,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OpenFreeMap, OpenStreetMap, Vercel, GitHub,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Répertoires de la Ville (structure seulement) : 614 organismes reconnus, 337 soutenus, 487 entreprises, 386 membres SDC, 1 960 installations, 379 événements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 ouvertes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chaque partenaire reçoit l’invitation et accepte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