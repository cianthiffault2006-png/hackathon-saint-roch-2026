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logo, carte de Saint-Roch, trois points qui se relient.</a:t>
            </a:r>
          </a:p>
          <a:p>
            <a:r>
              <a:t>Signal [COÉQUIPIÈRE] : lancer l’accroche, ne pas lire la diapo. (10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trois icônes isolées (café, artiste, organisme) à cinq minutes à pied.</a:t>
            </a:r>
          </a:p>
          <a:p>
            <a:r>
              <a:t>Signal [COÉQUIPIÈRE] : histoire de Mathieu (Café Le Petit Détour), de Camille Vézina et du Collectif Les Voisins en Scène. Finir par « Personne ne sait que les autres existent. » (40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capture de l’écran de proposition. Couleurs (notes) : le vert profond rassure et ancre l’app dans le quartier, l’orange invite à agir; chaque couleur respecte les contrastes d’accessibilité et les épingles combinent forme, icône et couleur pour les personnes daltoniennes (environ 8 % des hommes). Phrase complète à dire : « Maillage ne remplace aucun outil existant : il crée le lien qui manque entre ceux qui ont des ressources et ceux qui ont des projets. » Message de fond : une app mobile qui propose des projets à trois partenaires, sur la carte, avec les raisons.</a:t>
            </a:r>
          </a:p>
          <a:p>
            <a:r>
              <a:t>Signal [CIAN] : « Voici Maillage », puis passer au téléphone pour la démo. (1 min 45 s avec la démo)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les 5 étapes en frise, badge « Démo simulée ».</a:t>
            </a:r>
          </a:p>
          <a:p>
            <a:r>
              <a:t>Signal [CIAN] : à garder à l’écran si l’app plante, puis lancer la vidéo de secours. (peut être sautée si le temps manque)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Contenu en trois colonnes :</a:t>
            </a:r>
          </a:p>
          <a:p>
            <a:r>
              <a:t>- Technologies : Vite, React, TypeScript, MapLibre GL JS.</a:t>
            </a:r>
          </a:p>
          <a:p>
            <a:r>
              <a:t>- Outils et plateformes : OpenFreeMap et OpenStreetMap (fond de carte), Vercel (hébergement), GitHub (code), Claude Code comme assistant de développement.</a:t>
            </a:r>
          </a:p>
          <a:p>
            <a:r>
              <a:t>- Données : Données Québec, données ouvertes (licence indiquée dans l’app, à reprendre exactement de chaque jeu de données). Fichiers confidentiels de la Ville : utilisés pour leur structure seulement, remplacés par des lignes fictives dans la démo.</a:t>
            </a:r>
          </a:p>
          <a:p>
            <a:r>
              <a:t>Signal [CIAN] : trois idées seulement : profils cachés tant que non réclamés, fichiers confidentiels non publiés, structure prête pour la Ville. Dire : « La Ville et ses partenaires recensent déjà 614 organismes reconnus, 337 organismes soutenus, 487 entreprises dans Saint-Roch, 386 membres de la SDC, 1 960 installations et 379 événements à venir. Maillage part de ces répertoires : personne ne commence avec une page blanche. » Nos règles s’appuient aussi sur le Plan d’action Saint-Roch. (35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une carte de proposition avec « Pourquoi cette suggestion » et « À confirmer » surlignés; en bas, en petit : « Chaque suggestion s’explique. » Notes du test d’IA (pas sur la diapo, à voix haute seulement si on veut) : « Modèle multilingue dans le navigateur, gratuit, texte sur l’appareil (page /labo/) : 69 s au premier chargement (129 Mo), 13 s ensuite, 0,3 à 0,6 s par phrase. Trouve des profils semblables, pas complémentaires. »</a:t>
            </a:r>
          </a:p>
          <a:p>
            <a:r>
              <a:t>Signal [COÉQUIPIÈRE] : verdict d’abord : on l’a testé, on a choisi des règles pour que chaque suggestion s’explique. Chiffres du test seulement si le jury demande. (35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Feuille de route en trois temps :</a:t>
            </a:r>
          </a:p>
          <a:p>
            <a:r>
              <a:t>- Maintenant : démo avec profils fictifs et données ouvertes.</a:t>
            </a:r>
          </a:p>
          <a:p>
            <a:r>
              <a:t>- Ensuite : pilote avec la SDC, profils réclamés par leurs propriétaires, vraies notifications.</a:t>
            </a:r>
          </a:p>
          <a:p>
            <a:r>
              <a:t>- Plus tard : modèle de langage pour lire les demandes, autres quartiers.</a:t>
            </a:r>
          </a:p>
          <a:p>
            <a:r>
              <a:t>Mesures : projets confirmés, nouveaux partenariats, fréquentation des événements créés.</a:t>
            </a:r>
          </a:p>
          <a:p>
            <a:r>
              <a:t>Signal [CIAN] : portée : « Maillage règle un problème précis, de bout en bout : trouver le bon partenaire, se mettre d’accord, se coordonner et passer à l’action. On s’arrête là où d’autres outils existent (311, 911, plateformes de financement). » Puis coût : « Hébergement gratuit pour un projet pilote, et une personne à temps partiel à la SDC pour l’accueil et la modération. » Dans la démo aucun message ne part; en pilote, la boucle complète est ce qu’on ajoute. (50 s)</a:t>
            </a:r>
          </a:p>
          <a:p>
            <a:r>
              <a:t>À ajouter à la feuille de route seulement si non démontré en direct : Explorer le quartier, profils publics, fil de projet, projets ouverts.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la carte, les trois points reliés, l’adresse de l’app (code QR).</a:t>
            </a:r>
          </a:p>
          <a:p>
            <a:r>
              <a:t>Pied de page : « Équipe 14 · Outils d’IA : Claude Code et Claude (code, scripts de données, brouillons de textes). Fait par l’équipe : cadrage du problème, choix de données, conception, tests, présentation. »</a:t>
            </a:r>
          </a:p>
          <a:p>
            <a:r>
              <a:t>Signal [COÉQUIPIÈRE] : phrase finale, « Merci! », attendre les questions. (15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0" b="1">
                <a:solidFill>
                  <a:srgbClr val="1F5F4A"/>
                </a:solidFill>
                <a:latin typeface="Calibri"/>
              </a:rPr>
              <a:t>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291840"/>
            <a:ext cx="1463040" cy="7315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222B27"/>
                </a:solidFill>
                <a:latin typeface="Calibri"/>
              </a:rPr>
              <a:t>Un café, une artiste, un organisme : un projet.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F5F4A"/>
                </a:solidFill>
                <a:latin typeface="Calibri"/>
              </a:rPr>
              <a:t>Équipe 14 · Hackathon étudiant 2026 · Saint-Roch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Le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Les initiatives existent. Ce qui manque, c’est le réseau qui les relie.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Un café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Une artiste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Un organisme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La solution : 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Maillage ne remplace aucun outil existant : il crée le lien qui manque.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Ce que la démo montre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Commerçant, besoin, proposition à trois (87 %), Ça m’intéresse, projet confirmé (simulé).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Commerçant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8107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68107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0987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Besoin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6134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96134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79014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Proposition à trois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4161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4161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07041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Ça m’intéresse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2188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52188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5068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Confirmé (simulé)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Technologies, outils et données utilisés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Personne ne commence avec une page blanche.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Vite, React, TypeScript, MapLibre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5113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5113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993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OpenFreeMap, OpenStreetMap, Vercel, GitHub, 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6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0146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3026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Répertoires de la Ville (structure seulement) : 614 organismes reconnus, 337 soutenus, 487 entreprises, 386 membres SDC, 1 960 installations, 379 événements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5179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95179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8059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Données Québec ouvertes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Transparence : un moteur de règles, l’IA en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On l’a testé, on a choisi des règles pour que chaque suggestion s’explique.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Règles visibles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Score pondéré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Phase 2 : l’IA lit la demande libre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Impact et feuille de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Un pilote avec la SDC, puis tout Saint-Roch.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Maintenant : démo simulée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Pilote : chaque partenaire reçoit l’invitation et accepte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Plus tard : IA, autres quartiers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Saint-Roch a déjà tout ce qu’il faut. Maillage aide ses voisins à se trouver.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