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Ce qu’on a entendu : une seule vraie citation d’un commerçant rencontré vendredi matin, à écrire sur la diapo avant l’export PDF de 12 h 30. Si on n’a rien de vrai, retirer la carte :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puis « Voir ce que Camille reçoit » et « Accepter ». Si l’app plante : Visite guidée (environ 57 s). (1 min 50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les personnes restent cachées; les commerces et organismes apparaissent avec leur nom public seulement, sans coordonnées, étiquetés pré-remplis, jusqu’à activation ». Nos règles s’appuient aussi sur le Plan d’action Saint-Roch.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: « Le fil est local aujourd’hui; en pilote, une table gratuite derrière le même écran, modérée par la SDC. » Puis coût : « Le pilote coûte un hébergement gratuit et une personne à temps partiel à la SDC. » (55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: [À REMPLIR VENDREDI MATIN]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GitHub Pages,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simulée, fil local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1F5F4A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