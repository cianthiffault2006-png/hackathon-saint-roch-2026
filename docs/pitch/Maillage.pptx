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logo, carte de Saint-Roch, trois points qui se relient.</a:t>
            </a:r>
          </a:p>
          <a:p>
            <a:r>
              <a:t>Signal [COÉQUIPIÈRE] : lancer l’accroche, ne pas lire la diapo. (10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trois icônes isolées (café, artiste, organisme) à cinq minutes à pied.</a:t>
            </a:r>
          </a:p>
          <a:p>
            <a:r>
              <a:t>Ce qu’on a entendu : une seule vraie citation d’un commerçant rencontré vendredi matin, à écrire sur la diapo avant l’export PDF de 12 h 30. Si on n’a rien de vrai, retirer la carte : ne jamais inventer une citation.</a:t>
            </a:r>
          </a:p>
          <a:p>
            <a:r>
              <a:t>Signal [COÉQUIPIÈRE] : histoire de Mathieu (Café Le Petit Détour), de Camille Vézina et du Collectif Les Voisins en Scène. Finir par « Personne ne sait que les deux autres existent. »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capture de l’écran de proposition. Couleurs (notes) : le vert profond rassure et ancre l’app dans le quartier, l’orange invite à agir; chaque couleur respecte les contrastes d’accessibilité et les épingles combinent forme, icône et couleur pour les personnes daltoniennes (environ 8 % des hommes). Phrase complète à dire : « Maillage ne remplace aucun outil existant : il crée le lien qui manque entre ceux qui ont des ressources et ceux qui ont des projets. » Message de fond : une app mobile qui propose des projets à trois partenaires, sur la carte, avec les raisons.</a:t>
            </a:r>
          </a:p>
          <a:p>
            <a:r>
              <a:t>Signal [CIAN] : « Voyons comment ça marche », puis passer à l’app : coller la phrase « On a un espace libre le jeudi soir et on cherche des artistes pour l’animer », 87 % avec Camille Vézina et le Collectif Les Voisins en Scène, dire la réciprocité, puis « Voir ce que Camille reçoit » et « Accepter ». Si l’app plante : Visite guidée (environ 57 s). (1 min 50 s avec la démo)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Contenu en trois colonnes :</a:t>
            </a:r>
          </a:p>
          <a:p>
            <a:r>
              <a:t>- Technologies : Vite, React, TypeScript, MapLibre GL JS.</a:t>
            </a:r>
          </a:p>
          <a:p>
            <a:r>
              <a:t>- Outils et plateformes : OpenFreeMap et OpenStreetMap (fond de carte), GitHub Pages (hébergement; Vercel en secours), GitHub (code), Claude Code comme assistant de développement.</a:t>
            </a:r>
          </a:p>
          <a:p>
            <a:r>
              <a:t>- Données : Données Québec, données ouvertes de la Ville de Québec et du SIT Québec (CC BY 4.0, attribution dans l’app). Fichiers fournis confidentiels : structure et nombre de lignes seulement, remplacés par des profils fictifs dans la démo. Les nombres sont des totaux de lignes : « les 386 membres du fichier fourni par la SDC », « 614 organismes reconnus à l’échelle de la ville » (jamais « dans Saint-Roch » pour un fichier de toute la ville).</a:t>
            </a:r>
          </a:p>
          <a:p>
            <a:r>
              <a:t>Signal [CIAN] : dire « Maillage part des répertoires qui existent déjà : les 386 membres du fichier fourni par la SDC, et 614 organismes reconnus à l’échelle de la ville. Personne ne commence avec une page blanche. » Puis la Loi 25 : « les personnes restent cachées; les commerces et organismes apparaissent avec leur nom, leur type, une description et leur emplacement sur la carte, sans coordonnées, étiquetés pré-remplis, jusqu’à activation ». Nos règles s’appuient aussi sur le Plan d’action Saint-Roch. (35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une carte de proposition avec « Pourquoi cette suggestion » et « À confirmer » surlignés; en bas, en petit : « Chaque suggestion s’explique. » Notes du test d’IA (pas sur la diapo, à voix haute seulement si on veut) : « Modèle multilingue dans le navigateur, gratuit, texte sur l’appareil (page /labo/) : 69 s au premier chargement (129 Mo), 13 s ensuite, 0,3 à 0,6 s par phrase. Trouve des profils semblables, pas complémentaires. »</a:t>
            </a:r>
          </a:p>
          <a:p>
            <a:r>
              <a:t>Signal [COÉQUIPIÈRE] : verdict d’abord : on l’a testée, on a choisi des règles pour que chaque suggestion s’explique. Chiffres du test seulement si le jury demande. (20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Feuille de route en trois temps :</a:t>
            </a:r>
          </a:p>
          <a:p>
            <a:r>
              <a:t>- Maintenant : démo avec profils fictifs et données ouvertes.</a:t>
            </a:r>
          </a:p>
          <a:p>
            <a:r>
              <a:t>- Ensuite : pilote avec la SDC, profils activés par leurs propriétaires, vraies notifications, fil de projet sur une table gratuite derrière le même écran, modérée par la SDC.</a:t>
            </a:r>
          </a:p>
          <a:p>
            <a:r>
              <a:t>- Plus tard : modèle de langage pour lire les demandes, autres quartiers.</a:t>
            </a:r>
          </a:p>
          <a:p>
            <a:r>
              <a:t>Mesures : projets confirmés, nouveaux partenariats, fréquentation des événements créés.</a:t>
            </a:r>
          </a:p>
          <a:p>
            <a:r>
              <a:t>Signal [CIAN] : portée : « Maillage règle un problème précis : trouver le bon partenaire, se mettre d’accord et passer à l’action. On s’arrête là où d’autres outils existent : 311, 911, financement. » Puis le fil : « Le fil est local aujourd’hui; en pilote, une table gratuite derrière le même écran, modérée par la SDC. » Puis coût : « Le pilote coûte un hébergement gratuit et une personne à temps partiel à la SDC. » (55 s)</a:t>
            </a:r>
          </a:p>
          <a:p>
            <a:r>
              <a:t>Histoire 2 (en direct seulement si le temps le permet, voir script-fr.md, démo étape 6 : Accueil, Proposer un projet, Exemple, Avant de commencer) : Sofia, résidente de la rue Saint-Joseph, corvée le samedi 24 octobre de 13 h à 17 h, voit des graffitis et des déchets; Maillage lui propose une « Corvée de propreté avec Équipe Propreté du Faubourg », des bénévoles et un café du coin, avec la liste « autorisation du propriétaire, 311 pour la voie publique ». Noms fictifs.</a:t>
            </a:r>
          </a:p>
          <a:p>
            <a:r>
              <a:t>À ajouter à la feuille de route seulement si non démontré en direct : Explorer le quartier, profils publics, fil de projet, projets ouverts.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la carte, les trois points reliés, code QR vers https://cianthiffault2006-png.github.io/hackathon-saint-roch-2026/ (lien officiel, GitHub Pages). Ne pas mettre le lien Vercel : il est figé sur une ancienne version.</a:t>
            </a:r>
          </a:p>
          <a:p>
            <a:r>
              <a:t>Pied de page : « Équipe 14 · Outils d’IA : Claude Code et Claude (code, scripts de données, brouillons de textes). Fait par l’équipe : cadrage du problème, choix de données, conception, tests, présentation. »</a:t>
            </a:r>
          </a:p>
          <a:p>
            <a:r>
              <a:t>Signal [COÉQUIPIÈRE] : phrase finale, « Merci! », attendre les questions. (15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0" b="1">
                <a:solidFill>
                  <a:srgbClr val="1F5F4A"/>
                </a:solidFill>
                <a:latin typeface="Calibri"/>
              </a:rPr>
              <a:t>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291840"/>
            <a:ext cx="1463040" cy="7315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222B27"/>
                </a:solidFill>
                <a:latin typeface="Calibri"/>
              </a:rPr>
              <a:t>Un café, une artiste, un organisme : un projet.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F5F4A"/>
                </a:solidFill>
                <a:latin typeface="Calibri"/>
              </a:rPr>
              <a:t>Équipe 14 · Hackathon étudiant 2026 · Saint-Roch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Le problème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Les initiatives existent. Ce qui manque, c’est le réseau qui les relie.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Un café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5113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5113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7993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Une artiste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6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0146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3026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Un organisme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5179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95179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8059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Ce qu’on a entendu : [À REMPLIR VENDREDI MATIN]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La solution : 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Maillage ne remplace aucun outil existant : il crée le lien qui manque.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Technologies, outils et données utilisés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Personne ne commence avec une page blanche.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React, Vite, TypeScript, MapLibre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8107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68107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0987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GitHub Pages, 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6134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96134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79014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386 membres (fichier fourni par la SDC)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4161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4161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07041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614 organismes reconnus (toute la ville)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2188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52188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5068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Données Québec, CC BY 4.0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Transparence : un moteur de règles, l’IA en phase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On l’a testée, on a choisi des règles pour que chaque suggestion s’explique.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Règles visibles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Score pondéré visible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Phase 2 : l’IA lit la demande libre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Impact et feuille de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Un pilote avec la SDC, puis tout Saint-Roch.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Maintenant : démo simulée, fil local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Pilote : vraie invitation, fil partagé modéré par la SDC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Plus tard : IA, autres quartiers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Saint-Roch a déjà tout ce qu’il faut. Maillage aide ses voisins à se trouver.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F5F4A"/>
                </a:solidFill>
                <a:latin typeface="Calibri"/>
              </a:rPr>
              <a:t>cianthiffault2006-png.github.io/hackathon-saint-roch-2026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